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1064240" cy="5715000"/>
          </a:xfrm>
          <a:prstGeom prst="rect">
            <a:avLst/>
          </a:prstGeom>
          <a:solidFill>
            <a:srgbClr val="151A20"/>
          </a:solidFill>
          <a:ln w="17780">
            <a:solidFill>
              <a:srgbClr val="4653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66928"/>
            <a:ext cx="146304" cy="571500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875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8"/>
                </a:solidFill>
              </a:rPr>
              <a:t>CryptoBroker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87552" y="17556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C2C9"/>
                </a:solidFill>
              </a:rPr>
              <a:t>Защищенный мессенджер с криптоконтейнерами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2BE"/>
                </a:solidFill>
              </a:rPr>
              <a:t>Основная версия: React + TypeScript, Node.js API, SQLite, AES-256-GCM, отдельный crypto layer, поиск пользователей по username, Grafana/Prometheus для наблюдаемости.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464040" y="1005840"/>
            <a:ext cx="1417320" cy="141732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64040" y="1389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CB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87552" y="4206240"/>
            <a:ext cx="1353312" cy="310896"/>
          </a:xfrm>
          <a:prstGeom prst="rect">
            <a:avLst/>
          </a:prstGeom>
          <a:solidFill>
            <a:srgbClr val="1D242C"/>
          </a:solidFill>
          <a:ln w="12700">
            <a:solidFill>
              <a:srgbClr val="4653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4288536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1F5F8"/>
                </a:solidFill>
              </a:rPr>
              <a:t>CryptoBrokerWeb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615184" y="4206240"/>
            <a:ext cx="1353312" cy="310896"/>
          </a:xfrm>
          <a:prstGeom prst="rect">
            <a:avLst/>
          </a:prstGeom>
          <a:solidFill>
            <a:srgbClr val="1D242C"/>
          </a:solidFill>
          <a:ln w="12700">
            <a:solidFill>
              <a:srgbClr val="4653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4288536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1F5F8"/>
                </a:solidFill>
              </a:rPr>
              <a:t>LiteBroker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4242816" y="4206240"/>
            <a:ext cx="1353312" cy="310896"/>
          </a:xfrm>
          <a:prstGeom prst="rect">
            <a:avLst/>
          </a:prstGeom>
          <a:solidFill>
            <a:srgbClr val="1D242C"/>
          </a:solidFill>
          <a:ln w="12700">
            <a:solidFill>
              <a:srgbClr val="4653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4288536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1F5F8"/>
                </a:solidFill>
              </a:rPr>
              <a:t>UML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5870448" y="4206240"/>
            <a:ext cx="1353312" cy="310896"/>
          </a:xfrm>
          <a:prstGeom prst="rect">
            <a:avLst/>
          </a:prstGeom>
          <a:solidFill>
            <a:srgbClr val="1D242C"/>
          </a:solidFill>
          <a:ln w="12700">
            <a:solidFill>
              <a:srgbClr val="4653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4288536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1F5F8"/>
                </a:solidFill>
              </a:rPr>
              <a:t>Grafana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7498080" y="4206240"/>
            <a:ext cx="1353312" cy="310896"/>
          </a:xfrm>
          <a:prstGeom prst="rect">
            <a:avLst/>
          </a:prstGeom>
          <a:solidFill>
            <a:srgbClr val="1D242C"/>
          </a:solidFill>
          <a:ln w="12700">
            <a:solidFill>
              <a:srgbClr val="4653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4288536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1F5F8"/>
                </a:solidFill>
              </a:rPr>
              <a:t>Prometheus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Что изменилось в последней версии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Слайды обновлены под актуальный код после рефакторинга и UX-правок.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61D394"/>
          </a:solidFill>
          <a:ln w="12700">
            <a:solidFill>
              <a:srgbClr val="61D3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Криптография вынесена в server/crypto.mjs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AES-256-GCM больше не спрятан внутри server/index.mjs. Это отдельный слой: createCryptoContainer, decryptCryptoContainer, verifyCryptoContainer.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Поиск пользователей отделен от поиска чатов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В sidebar добавлен режим Чаты / Пользователи. Новый пользователь ищется по username, после выбора создается личный чат.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50C2C9"/>
          </a:solidFill>
          <a:ln w="12700">
            <a:solidFill>
              <a:srgbClr val="50C2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App.tsx разгружен хуками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Настройки темы вынесены в useSettings, горячие клавиши - в useKeyboardShortcuts. Это улучшает поддерживаемость React-кода.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Добавлена дизайн-система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docs/design-system.md фиксирует токены, компоненты, пустые состояния, Figma-экраны и грубый secure-стиль.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Архитектура CryptoBroker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UI не имеет прямого доступа к базе и ключам. Все проходит через backend и crypto layer.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150876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73152" cy="749808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1907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Browser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пользователь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514600" y="1554480"/>
            <a:ext cx="173736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554480"/>
            <a:ext cx="73152" cy="749808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71907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React UI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15768" y="20299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компоненты + хуки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617720" y="1554480"/>
            <a:ext cx="141732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554480"/>
            <a:ext cx="73152" cy="749808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71907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api.ts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18888" y="2029968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Facade API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169164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554480"/>
            <a:ext cx="73152" cy="749808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1719072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Node API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01968" y="202996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auth/chats/messages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8458200" y="1554480"/>
            <a:ext cx="164592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1554480"/>
            <a:ext cx="73152" cy="749808"/>
          </a:xfrm>
          <a:prstGeom prst="rect">
            <a:avLst/>
          </a:prstGeom>
          <a:solidFill>
            <a:srgbClr val="61D394"/>
          </a:solidFill>
          <a:ln w="12700">
            <a:solidFill>
              <a:srgbClr val="61D3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9368" y="171907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crypto.mjs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59368" y="202996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AES-256-GCM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469880" y="1554480"/>
            <a:ext cx="123444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1554480"/>
            <a:ext cx="73152" cy="749808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71048" y="1719072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SQLite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671048" y="2029968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локальная БД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400800" y="3977640"/>
            <a:ext cx="169164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3977640"/>
            <a:ext cx="73152" cy="749808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4142232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Prometheus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01968" y="445312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метрики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458200" y="3977640"/>
            <a:ext cx="1645920" cy="749808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58200" y="3977640"/>
            <a:ext cx="73152" cy="749808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59368" y="414223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Grafana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659368" y="445312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дашборды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2148840" y="1929384"/>
            <a:ext cx="347472" cy="0"/>
          </a:xfrm>
          <a:prstGeom prst="line">
            <a:avLst/>
          </a:prstGeom>
          <a:noFill/>
          <a:ln w="2286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51960" y="1929384"/>
            <a:ext cx="347472" cy="0"/>
          </a:xfrm>
          <a:prstGeom prst="line">
            <a:avLst/>
          </a:prstGeom>
          <a:noFill/>
          <a:ln w="2286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035040" y="1929384"/>
            <a:ext cx="347472" cy="0"/>
          </a:xfrm>
          <a:prstGeom prst="line">
            <a:avLst/>
          </a:prstGeom>
          <a:noFill/>
          <a:ln w="2286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092440" y="1929384"/>
            <a:ext cx="347472" cy="0"/>
          </a:xfrm>
          <a:prstGeom prst="line">
            <a:avLst/>
          </a:prstGeom>
          <a:noFill/>
          <a:ln w="2286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104120" y="1929384"/>
            <a:ext cx="347472" cy="0"/>
          </a:xfrm>
          <a:prstGeom prst="line">
            <a:avLst/>
          </a:prstGeom>
          <a:noFill/>
          <a:ln w="2286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242048" y="2331720"/>
            <a:ext cx="0" cy="1572768"/>
          </a:xfrm>
          <a:prstGeom prst="line">
            <a:avLst/>
          </a:prstGeom>
          <a:noFill/>
          <a:ln w="20320">
            <a:solidFill>
              <a:srgbClr val="50C2C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092440" y="4352544"/>
            <a:ext cx="347472" cy="0"/>
          </a:xfrm>
          <a:prstGeom prst="line">
            <a:avLst/>
          </a:prstGeom>
          <a:noFill/>
          <a:ln w="20320">
            <a:solidFill>
              <a:srgbClr val="50C2C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Почему выбран такой стек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Цель - не промышленный мессенджер, а понятная защищенная система, которую можно запустить и защитить.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React + TypeScript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Подходит для интерактивного мессенджера: компоненты, состояния, типы, адаптивность.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Vite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Быстрый локальный запуск и сборка. Удобно для демонстрации проекта.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Node.js 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Один язык на клиенте и сервере, простая интеграция REST, SQLite, crypto и метрик.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SQLite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Локальная база без отдельного сервера. Данные лежат в server/data/cryptobroker.sqlite.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5800" y="3648456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753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Docker + LiteBroker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803904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Изоляция компонентов и отдельная легкая версия для демонстрации шифрования.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Криптоконтейнер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Главная техническая идея проекта: сообщение хранится не как открытый текст, а как контейнер.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61D394"/>
          </a:solidFill>
          <a:ln w="12700">
            <a:solidFill>
              <a:srgbClr val="61D3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AES-256-GCM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Выбран потому, что дает конфиденциальность и контроль целостности через authTag.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Поля контейнера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version, algorithm, iv, ciphertext, authTag, metadata. Их можно показать в правой панели Крипто.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50C2C9"/>
          </a:solidFill>
          <a:ln w="12700">
            <a:solidFill>
              <a:srgbClr val="50C2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Отдельный crypto layer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server/crypto.mjs снижает связанность и делает архитектуру понятной на защите.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Пароли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Пароли пользователей хранятся как PBKDF2-хеш с солью, а не открытым текстом.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Сценарий сообщения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Где появляется шифрование и что хранится в БД.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74520"/>
            <a:ext cx="1536192" cy="96012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874520"/>
            <a:ext cx="73152" cy="96012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391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1. Пользователь пишет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2350008"/>
            <a:ext cx="1152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MessageComposer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103120" y="2350008"/>
            <a:ext cx="292608" cy="0"/>
          </a:xfrm>
          <a:prstGeom prst="line">
            <a:avLst/>
          </a:prstGeom>
          <a:noFill/>
          <a:ln w="1905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41448" y="1874520"/>
            <a:ext cx="1536192" cy="96012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1874520"/>
            <a:ext cx="73152" cy="96012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20391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2. api.ts отправляет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42616" y="2350008"/>
            <a:ext cx="1152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REST-запрос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977640" y="2350008"/>
            <a:ext cx="292608" cy="0"/>
          </a:xfrm>
          <a:prstGeom prst="line">
            <a:avLst/>
          </a:prstGeom>
          <a:noFill/>
          <a:ln w="1905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15968" y="1874520"/>
            <a:ext cx="1536192" cy="96012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1874520"/>
            <a:ext cx="73152" cy="96012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20391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3. Node API проверяет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17136" y="2350008"/>
            <a:ext cx="1152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token + chat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852160" y="2350008"/>
            <a:ext cx="292608" cy="0"/>
          </a:xfrm>
          <a:prstGeom prst="line">
            <a:avLst/>
          </a:prstGeom>
          <a:noFill/>
          <a:ln w="1905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90488" y="1874520"/>
            <a:ext cx="1536192" cy="96012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1874520"/>
            <a:ext cx="73152" cy="960120"/>
          </a:xfrm>
          <a:prstGeom prst="rect">
            <a:avLst/>
          </a:prstGeom>
          <a:solidFill>
            <a:srgbClr val="61D394"/>
          </a:solidFill>
          <a:ln w="12700">
            <a:solidFill>
              <a:srgbClr val="61D3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20391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4. crypto.mjs шифрует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91656" y="2350008"/>
            <a:ext cx="1152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AES-256-GCM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726680" y="2350008"/>
            <a:ext cx="292608" cy="0"/>
          </a:xfrm>
          <a:prstGeom prst="line">
            <a:avLst/>
          </a:prstGeom>
          <a:noFill/>
          <a:ln w="1905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65008" y="1874520"/>
            <a:ext cx="1536192" cy="96012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1874520"/>
            <a:ext cx="73152" cy="96012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20391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5. SQLite хранит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66176" y="2350008"/>
            <a:ext cx="1152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cryptoContainer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9601200" y="2350008"/>
            <a:ext cx="292608" cy="0"/>
          </a:xfrm>
          <a:prstGeom prst="line">
            <a:avLst/>
          </a:prstGeom>
          <a:noFill/>
          <a:ln w="19050">
            <a:solidFill>
              <a:srgbClr val="2F8FB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39528" y="1874520"/>
            <a:ext cx="1536192" cy="96012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39528" y="1874520"/>
            <a:ext cx="73152" cy="96012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0696" y="203911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6. UI показывает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140696" y="2350008"/>
            <a:ext cx="1152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текст + Крипто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14400" y="3977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8"/>
                </a:solidFill>
              </a:rPr>
              <a:t>Итог: база получает защищенный контейнер, а пользователь видит обычное сообщение и может открыть технические поля контейнера.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UX и дизайн-система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Интерфейс сделан как рабочий secure-мессенджер, а не лендинг.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Грубый технический стиль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Меньше скруглений, четкие границы, плотные панели, акцентный синий только для активных действий.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Пустые состояния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Нет чатов, чат не выбран, пользователь не найден, криптоконтейнеров нет - все состояния имеют понятный текст.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Отдельный режим Пользователи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Первый сценарий стал очевиднее: найти username -&gt; создать чат -&gt; отправить сообщение.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Figma-основа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В docs/design-system.md описаны токены, компоненты и восемь экранов для переноса в Figma.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Паттерны проектирования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Используются не ради списка, а для объяснения разделения ответственности.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Facade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api.ts скрывает детали HTTP-запросов от React-компонентов.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Strategy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crypto.mjs можно расширить другим алгоритмом без переписывания UI.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DTO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backend отдает безопасные представления объектов без passwordHash/passwordSalt.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Repository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SQLite-доступ находится на серверной стороне, а не смешан с UI.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5800" y="3648456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753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Observer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803904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polling и метрики наблюдают состояние системы; развитие - WebSocket/SSE.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85800" y="421538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14223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Mediator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437083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API является посредником между UI, БД, crypto layer и мониторингом.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Шаблоны защиты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Акцент на минимизации поверхности атаки и контролируемой обработке сообщений.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Минимизация поверхности атаки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Frontend не видит БД, ключи и прямые криптооперации.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Изоляция компонентов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Docker/раздельные сервисы: web, backend, мониторинг, LiteBroker.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Безопасные значения по умолчанию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Нет Telegram API, номеров телефонов, кодов входа и реальных внешних аккаунтов.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Контроль целостности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AES-GCM authTag показывает, что контейнер нельзя незаметно изменить.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5800" y="3648456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753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Наблюдаемость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803904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Prometheus и Grafana дают контроль доступности и ошибок.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Сравнение с аналогами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Почему проект сделан своей системой, а не клоном существующего сервиса.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018520" cy="2688336"/>
        </p:xfrm>
        <a:graphic>
          <a:graphicData uri="http://schemas.openxmlformats.org/drawingml/2006/table">
            <a:tbl>
              <a:tblPr/>
              <a:tblGrid>
                <a:gridCol w="1965960"/>
                <a:gridCol w="3977640"/>
                <a:gridCol w="5074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Аналог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Что полезно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Почему не основа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Telegram Web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Удобный UX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Нельзя использовать бренд/API/логин; закрытая инфраструктура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Signal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Сильная E2E-криптография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Сложно модифицировать и демонстрировать в учебной работе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Matrix/Element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Открытый протокол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Слишком тяжелая инфраструктура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Kafka-only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Событийная брокерная модель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Нет полноценного UX мессенджера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MQTT/IoT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Простая телеметрия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Хуже соответствует теме переписки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CryptoBroker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Контроль UI, backend, БД и crypto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1F5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Учебная версия, требует дальнейшего усиления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Зачем Grafana и Prometheus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Они нужны не пользователю чата, а администратору и защите проекта.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Prometheus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Собирает метрики backend: запросы, ошибки, доступность, активность.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Grafana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Показывает метрики на дашбордах. Это доказывает наблюдаемость системы.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Связь с защитой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Система защиты должна не только шифровать, но и позволять обнаруживать сбои и подозрительное поведение.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UML и документация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Диаграммы используются как часть защиты архитектурного решения.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architecture.md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Компонентная схема, sequence diagram, class diagram, контейнерная схема и мониторинг.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design-system.md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Токены, компоненты, Figma-экраны и визуальная логика интерфейса.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DOCX/PDF/PPTX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Отчет, PDF и презентация обновлены под актуальный код и объясняют, почему выбраны эти решения.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Ограничения и развитие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Что честно сказать на защите как следующий этап.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0744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WebSocket вместо polling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Сообщения будут приходить сразу, без регулярных лишних запросов.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httpOnly cookie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Безопаснее localStorage для хранения токена.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414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Audit log и rate limit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Логи событий безопасности и ограничение перебора паролей.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" y="3081528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Клиентское E2E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Следующий уровень: сервер не должен видеть открытый текст.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5800" y="3648456"/>
            <a:ext cx="137160" cy="13716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753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Разделение backend routes/db/auth/metrics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803904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7B2BE"/>
                </a:solidFill>
              </a:rPr>
              <a:t>Можно сделать еще более чистую серверную архитектуру.</a:t>
            </a:r>
            <a:endParaRPr lang="en-US" sz="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6"/>
          </a:solidFill>
          <a:ln w="12700">
            <a:solidFill>
              <a:srgbClr val="0D11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2F8F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5F8"/>
                </a:solidFill>
              </a:rPr>
              <a:t>Итог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777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7B2BE"/>
                </a:solidFill>
              </a:rPr>
              <a:t>CryptoBroker показывает связку интерфейса, БД, криптографии, UML и мониторинга.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465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3383280" cy="114300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73152" cy="1143000"/>
          </a:xfrm>
          <a:prstGeom prst="rect">
            <a:avLst/>
          </a:prstGeom>
          <a:solidFill>
            <a:srgbClr val="2F8FBD"/>
          </a:solidFill>
          <a:ln w="12700">
            <a:solidFill>
              <a:srgbClr val="2F8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8191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Рабочий мессенджер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" y="1892808"/>
            <a:ext cx="2999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Регистрация, вход, поиск username, создание чата, отправка сообщений.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383280" cy="114300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417320"/>
            <a:ext cx="73152" cy="1143000"/>
          </a:xfrm>
          <a:prstGeom prst="rect">
            <a:avLst/>
          </a:prstGeom>
          <a:solidFill>
            <a:srgbClr val="61D394"/>
          </a:solidFill>
          <a:ln w="12700">
            <a:solidFill>
              <a:srgbClr val="61D3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58191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Криптозащита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0288" y="1892808"/>
            <a:ext cx="2999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AES-256-GCM контейнеры и PBKDF2 для паролей.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955280" y="1417320"/>
            <a:ext cx="3383280" cy="1143000"/>
          </a:xfrm>
          <a:prstGeom prst="rect">
            <a:avLst/>
          </a:prstGeom>
          <a:solidFill>
            <a:srgbClr val="151A20"/>
          </a:solidFill>
          <a:ln w="15240">
            <a:solidFill>
              <a:srgbClr val="4653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417320"/>
            <a:ext cx="73152" cy="1143000"/>
          </a:xfrm>
          <a:prstGeom prst="rect">
            <a:avLst/>
          </a:prstGeom>
          <a:solidFill>
            <a:srgbClr val="50C2C9"/>
          </a:solidFill>
          <a:ln w="12700">
            <a:solidFill>
              <a:srgbClr val="50C2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158191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8"/>
                </a:solidFill>
              </a:rPr>
              <a:t>Архитектура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1892808"/>
            <a:ext cx="2999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2BE"/>
                </a:solidFill>
              </a:rPr>
              <a:t>React, API, SQLite, crypto.mjs, LiteBroker, Grafana/Prometheus.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114300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8"/>
                </a:solidFill>
              </a:rPr>
              <a:t>Демо на защите: зарегистрировать пользователя -&gt; найти username -&gt; создать чат -&gt; отправить сообщение -&gt; открыть вкладку Крипто -&gt; показать UML и Grafana.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CryptoBroker</dc:title>
  <dc:subject>Защищенный мессенджер с криптоконтейнерами</dc:subject>
  <dc:creator>CryptoBroker</dc:creator>
  <cp:lastModifiedBy>CryptoBroker</cp:lastModifiedBy>
  <cp:revision>1</cp:revision>
  <dcterms:created xsi:type="dcterms:W3CDTF">2026-05-21T14:54:44Z</dcterms:created>
  <dcterms:modified xsi:type="dcterms:W3CDTF">2026-05-21T14:54:44Z</dcterms:modified>
</cp:coreProperties>
</file>